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开场：模型能力不断增强，复杂任务仍需要协调工具、技能、上下文和协作对象。我们的战略是 Model as Harness：模型同时管理如何把事办成。</a:t>
            </a:r>
          </a:p>
          <a:p>
            <a:r>
              <a:t>核心表达严格使用用户指定的“瞬时执行，深度思考”。这是产品定位，不是端到端延迟承诺。</a:t>
            </a:r>
          </a:p>
          <a:p>
            <a:r>
              <a:t>大小脑是两类分工：Jev 做封闭判断；主模型做深度推理、计划、生成和复杂编排。</a:t>
            </a:r>
          </a:p>
          <a:p>
            <a:r>
              <a:t>完整五类事务接管是战略目标，Memory 尚未接入。业务价值与平台潜力需要通过试点测量，不宣称已经降低总体成本。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讲图顺序：左侧是用户目标和追加要求，中间是大小脑混合模型管理层，下方是 Harness 运行时，右侧是可验收成果。</a:t>
            </a:r>
          </a:p>
          <a:p>
            <a:r>
              <a:t>小脑快速做封闭判断，大脑承担深度推理和复杂编排。两者协调 Tools、Skills、Memory、Context 与 Subagent。五个虚线框表示接管目标，不表示全部已完成。</a:t>
            </a:r>
          </a:p>
          <a:p>
            <a:r>
              <a:t>DSH 原生能力包含工具、权限、会话日志、目标、技能、子 Agent 和上下文；模型不能覆盖权限。执行事实回到模型，为后续判断提供依据。这不等于已实现自动学习。</a:t>
            </a:r>
          </a:p>
          <a:p>
            <a:r>
              <a:t>右侧软件、文件、业务助理的实际状态见第 4 页。图中业务助理为拓展目标。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这一页回答“模型接管 Harness 具体是什么”。工具、技能、记忆、上下文和子 Agent 是五类事务，分别需要模型选择时机、资源和协调方式。</a:t>
            </a:r>
          </a:p>
          <a:p>
            <a:r>
              <a:t>Tools 的当前证据是目标完成前对工具执行结果进行核验，不是所有工具选择都已接管。</a:t>
            </a:r>
          </a:p>
          <a:p>
            <a:r>
              <a:t>Skills 已有选择接入；Context 已有输出折叠管理点；Subagent 已有原生委派和过程监控。它们不能代替每类完整管理的专项真实 E2E。Memory 尚未接入。</a:t>
            </a:r>
          </a:p>
          <a:p>
            <a:r>
              <a:t>推进原则来自用户要求：每个功能完整实现，固定构建与配置，真实正反例和界面闭环验证后再称完成。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软件任务代表代码和测试改动；历史 v0.1 的五个浏览器场景验证了路由、折叠、任务卡、目标插话和转发，不是整个软件任务类别的普遍成功率。</a:t>
            </a:r>
          </a:p>
          <a:p>
            <a:r>
              <a:t>文件案例具体为读源文件、按新增要求生成副本、实际核对后完成。不要扩写为已经验证文档理解、完整办公自动化或任意业务流程。</a:t>
            </a:r>
          </a:p>
          <a:p>
            <a:r>
              <a:t>业务助理是拓展与试点方向，尚未完成真实 E2E。</a:t>
            </a:r>
          </a:p>
          <a:p>
            <a:r>
              <a:t>入口、过程、体感三组是产品表达维度，完整能力按逐项验收矩阵推进；专用核验依据 UI 仍待完善。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历史生产证据：2026-10-08 seal-v01d 中 routing、folding、task-frame、goal-interrupt、codex-forward 五个浏览器场景通过，不能代表全部功能完成。</a:t>
            </a:r>
          </a:p>
          <a:p>
            <a:r>
              <a:t>当前源码真实 E2E 两条：真实 DeepSeek 主模型、实际部署 Jev、生产 Goal/fs 工具、JSONL 日志重开一致。基础用例首次 incomplete/refused，模型补真实文件操作后完成；新增要求用例处理旧任务卡判断并核对新文件名。</a:t>
            </a:r>
          </a:p>
          <a:p>
            <a:r>
              <a:t>本地 built Web 独立浏览器用例一条：原生目标提前完成被拒绝，真实文件复制和核对后完成，拒绝记录刷新仍可查看。当前源码和本地 Web 均未生产发布。</a:t>
            </a:r>
          </a:p>
          <a:p>
            <a:r>
              <a:t>证据文件：completion-live-product-result.json、completion-live-product-result-requirement.json、completion-browser-result.json；逐功能范围见 feature-acceptance.html/json。</a:t>
            </a:r>
          </a:p>
          <a:p>
            <a:r>
              <a:t>这证明机制已有闭环，不能推出跨任务普遍准确率、任务成功率提升或总体成本收益。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希望老板支持的决定是一个真实业务试点，而不是直接宣称平台成熟后扩大投入。</a:t>
            </a:r>
          </a:p>
          <a:p>
            <a:r>
              <a:t>试点选择有明确交付物和可重复验收的软件或文件任务，使用同一任务与验收标准，对照当前流程。所有成功与失败均计入。</a:t>
            </a:r>
          </a:p>
          <a:p>
            <a:r>
              <a:t>P0 推进顺序参考本项目评审：任务卡 → 执行前约束 → 完成核验 → 普通任务续跑 → 卡住恢复；模型线路质量探针并行验证。执行前约束、普通续跑和恢复仍是待实现候选，完成核验还需独立评测和生产收口。</a:t>
            </a:r>
          </a:p>
          <a:p>
            <a:r>
              <a:t>四个指标：任务成功率、人工介入次数、通过验收所需时间和成本。成本包括主模型、小脑、失败重试，避免只展示成功样本。</a:t>
            </a:r>
          </a:p>
          <a:p>
            <a:r>
              <a:t>依据试点对照结果，再决定五类事务接管范围、业务场景扩张和下一阶段资源投入；不在缺少基线时承诺节省比例。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01 战略主张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瞬时执行，深度思考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Reflex Harness 瞬策  |  Model as Harness  |  大小脑混合模型架构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6784848" cy="3310128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BE9DC"/>
                </a:solidFill>
                <a:latin typeface="PingFang SC"/>
                <a:ea typeface="PingFang SC"/>
                <a:cs typeface="PingFang SC"/>
              </a:rPr>
              <a:t>我们的战略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2616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让模型接管 Harness 的事务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01568"/>
            <a:ext cx="59436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大小脑共同管理工作系统，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让工具、技能、记忆、上下文与子 Agent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围绕用户目标协作。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608576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 w="10160">
            <a:solidFill>
              <a:srgbClr val="E9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6817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4608576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 w="10160">
            <a:solidFill>
              <a:srgbClr val="E9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46817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6" y="4608576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 w="10160">
            <a:solidFill>
              <a:srgbClr val="E9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46817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08576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 w="10160">
            <a:solidFill>
              <a:srgbClr val="E9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6817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4608576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 w="10160">
            <a:solidFill>
              <a:srgbClr val="E9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4" y="46817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Subagent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1938528"/>
            <a:ext cx="405993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206654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用户价值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313432"/>
            <a:ext cx="35661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工作系统懂得协作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2670048"/>
            <a:ext cx="36027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工具、技能与专业 Agent 按任务协同。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3090672"/>
            <a:ext cx="405993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321868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架构创新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465576"/>
            <a:ext cx="35661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即时判断与深度推理分工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822191"/>
            <a:ext cx="36027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小脑管即时决策，大脑做复杂工作。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62088" y="4242816"/>
            <a:ext cx="405993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4370831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平台潜力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617720"/>
            <a:ext cx="35661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跨模型、跨场景复用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974336"/>
            <a:ext cx="36027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复用执行体系，逐步扩展管理能力。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41264"/>
            <a:ext cx="11073384" cy="603504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567842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模型做管理决策；Harness 负责执行动作、权限控制和事实记录。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02 大小脑架构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让大小脑共同管理工作系统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小脑负责即时判断，大脑负责深度思考与复杂编排；执行结果持续反馈。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847088"/>
            <a:ext cx="6080760" cy="288036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984248"/>
            <a:ext cx="56052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模型管理层  /  大小脑混合模型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32888"/>
            <a:ext cx="13350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用户目标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任务 · 新要求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30552" y="2770632"/>
            <a:ext cx="493776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24912" y="2414016"/>
            <a:ext cx="2414016" cy="1051560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 w="10160">
            <a:solidFill>
              <a:srgbClr val="D96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258775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小脑 · Jev 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71800"/>
            <a:ext cx="20665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即时判断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分派、插话、完成核验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2414016"/>
            <a:ext cx="2706624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258775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大脑 · 推理模型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297180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深度思考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计划、生成、复杂编排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93792" y="2770632"/>
            <a:ext cx="310896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193792" y="3108960"/>
            <a:ext cx="310896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15768" y="3630168"/>
            <a:ext cx="55961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管理目标：五类事务分阶段接入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505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505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505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技能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6519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519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记忆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533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533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533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547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547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Subagent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子 Agent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09260" y="4562856"/>
            <a:ext cx="0" cy="356616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468880" y="4992624"/>
            <a:ext cx="608076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5768" y="5120640"/>
            <a:ext cx="5577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DSH 原生运行时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5768" y="5504688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工具执行 · 权限 · 会话记录 · 目标 · 技能 · 子 Agent · 上下文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267712" y="5358384"/>
            <a:ext cx="155448" cy="0"/>
          </a:xfrm>
          <a:prstGeom prst="line">
            <a:avLst/>
          </a:prstGeom>
          <a:ln w="20320">
            <a:solidFill>
              <a:srgbClr val="D96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67712" y="3291840"/>
            <a:ext cx="0" cy="2066544"/>
          </a:xfrm>
          <a:prstGeom prst="line">
            <a:avLst/>
          </a:prstGeom>
          <a:ln w="20320">
            <a:solidFill>
              <a:srgbClr val="D96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267712" y="3291840"/>
            <a:ext cx="37490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85216" y="4160520"/>
            <a:ext cx="15361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执行事实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回流到模型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194767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场景交付 / 逐项验收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70848" y="2441448"/>
            <a:ext cx="2551176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2578608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软件任务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2971800"/>
            <a:ext cx="2148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代码、测试与改动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70848" y="3502152"/>
            <a:ext cx="2551176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3639312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文件处理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032504"/>
            <a:ext cx="2148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成果文件与核对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70848" y="4562856"/>
            <a:ext cx="2551176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4700016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业务助理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093208"/>
            <a:ext cx="2148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报告、计划与协作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586216" y="5376672"/>
            <a:ext cx="237744" cy="0"/>
          </a:xfrm>
          <a:prstGeom prst="line">
            <a:avLst/>
          </a:prstGeom>
          <a:ln w="20320">
            <a:solidFill>
              <a:srgbClr val="345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823960" y="2862072"/>
            <a:ext cx="0" cy="2514600"/>
          </a:xfrm>
          <a:prstGeom prst="line">
            <a:avLst/>
          </a:prstGeom>
          <a:ln w="20320">
            <a:solidFill>
              <a:srgbClr val="345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823960" y="2862072"/>
            <a:ext cx="210312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823960" y="3922776"/>
            <a:ext cx="210312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823960" y="4974336"/>
            <a:ext cx="210312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6072" y="60441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战略目标架构：模型决定用什么、何时用；运行时落实动作与权限。Memory 等完整管理能力仍待接入和验证。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03 事务管理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模型管理五类事务，形成可复用能力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模型负责选择与协调，运行时提供可执行能力；当前从局部管理点逐步扩展。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47672"/>
            <a:ext cx="1591056" cy="438912"/>
          </a:xfrm>
          <a:prstGeom prst="rect">
            <a:avLst/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66543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管理事务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9696" y="1947672"/>
            <a:ext cx="5870448" cy="438912"/>
          </a:xfrm>
          <a:prstGeom prst="rect">
            <a:avLst/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066543"/>
            <a:ext cx="5596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模型要做的决策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947672"/>
            <a:ext cx="3611880" cy="438912"/>
          </a:xfrm>
          <a:prstGeom prst="rect">
            <a:avLst/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066543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当前进展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86584"/>
            <a:ext cx="1591056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9696" y="2386584"/>
            <a:ext cx="587044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386584"/>
            <a:ext cx="361188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496312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77063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2587752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选什么工具，何时调用，如何核对结果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523744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结果核验已有真实闭环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工具全面接管待验证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35808"/>
            <a:ext cx="1591056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39696" y="3035808"/>
            <a:ext cx="5870448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3035808"/>
            <a:ext cx="3611880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145536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419856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技能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3236976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当前任务需要什么技能，何时加载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3172968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已有技能选择接入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专项真实任务验证待补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85031"/>
            <a:ext cx="1591056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39696" y="3685031"/>
            <a:ext cx="587044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3685031"/>
            <a:ext cx="361188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794759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06907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记忆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3886199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记什么、何时取回，如何更新或遗忘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822191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尚未接入模型管理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34256"/>
            <a:ext cx="1591056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39696" y="4334256"/>
            <a:ext cx="5870448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334256"/>
            <a:ext cx="3611880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44398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71830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2576" y="4535424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保留哪些事实，何时折叠与补充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471416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已有输出折叠管理点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完整接管待验证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83479"/>
            <a:ext cx="1591056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39696" y="4983479"/>
            <a:ext cx="587044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0144" y="4983479"/>
            <a:ext cx="361188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5093207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Subagent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5367527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子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2576" y="5184647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谁来做、何时委派，如何同步与核验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5120640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已有原生委派和监控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模型接管专项 E2E 待补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815584"/>
            <a:ext cx="11073384" cy="393192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5916168"/>
            <a:ext cx="10671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每类事务都须完整实现并通过真实 E2E；原生能力存在，不等于模型管理已全部完成。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04 场景交付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把能力落到用户可检查的成果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以软件和文件任务作为首批样本，再将同一套协作体系扩展到业务场景。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56816"/>
            <a:ext cx="3520440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157984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01 / 软件任务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596896"/>
            <a:ext cx="3108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代码与测试改动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2369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用户目标 → 执行 → 核对交付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675887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修复代码、运行测试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产出可检查的改动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4489704"/>
            <a:ext cx="3127248" cy="3108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53712"/>
            <a:ext cx="2889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已有局部流程验证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846320"/>
            <a:ext cx="31089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v0.1：路由、折叠、任务卡、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目标插话、转发五个场景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956816"/>
            <a:ext cx="3520440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157984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02 / 文件处理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596896"/>
            <a:ext cx="3108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成果文件与要求核对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2369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读源文件 → 写成果 → 核对要求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675887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按新增要求生成文件副本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检查实际结果后申请完成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7136" y="4489704"/>
            <a:ext cx="3127248" cy="3108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4553712"/>
            <a:ext cx="2889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完成核验本地闭环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4846320"/>
            <a:ext cx="31089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真实主模型 + Jev + 原生工具，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本地 Web 浏览器独立验证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1956816"/>
            <a:ext cx="3520440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2157984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03 / 业务助理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596896"/>
            <a:ext cx="3108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报告、计划与流程协作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23697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资料 → 分析 → 报告 / 行动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675887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调研报告、工作计划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协同执行业务流程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93608" y="4489704"/>
            <a:ext cx="3127248" cy="310896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553712"/>
            <a:ext cx="2889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拓展目标 / 待试点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846320"/>
            <a:ext cx="31089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尚未完成该场景真实 E2E，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需独立验收后再扩张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5468112"/>
            <a:ext cx="109728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招牌体验 / 产品目标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97296"/>
            <a:ext cx="3520440" cy="393192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5879592"/>
            <a:ext cx="3227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入口智能  ·  选协作对象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5797296"/>
            <a:ext cx="3520440" cy="393192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1416" y="5879592"/>
            <a:ext cx="3227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过程智能  ·  能追加要求、纠偏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5797296"/>
            <a:ext cx="3520440" cy="393192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5879592"/>
            <a:ext cx="3227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体感智能  ·  进度和依据看得见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05 真实验证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关键机制已有真实闭环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以实际模型、工具执行和浏览器记录说明进度，明确每项证据的适用范围。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352044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30998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71216"/>
            <a:ext cx="30998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生产基线浏览器场景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28416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路由 · 折叠 · 任务卡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目标插话 · 转发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813048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2026.10.08 / v0.1 历史基线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975104"/>
            <a:ext cx="352044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167128"/>
            <a:ext cx="30998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2/2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871216"/>
            <a:ext cx="30998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真实模型 + 原生工具验证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328416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完成前核验：源码运行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主模型 + Jev + 目标与文件工具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13048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本轮源码验证 / 未生产发布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75104"/>
            <a:ext cx="352044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67128"/>
            <a:ext cx="30998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1/1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871216"/>
            <a:ext cx="30998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当前本地 Web 浏览器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328416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实际文件副本生成与核对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拒绝记录刷新后仍可查看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813048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本地构建验证 / 未生产发布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36168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完成前核验：先看事实，再接受完成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提前申请完成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36392" y="5047488"/>
            <a:ext cx="19202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87852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7580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核验拒绝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75604" y="5047488"/>
            <a:ext cx="19202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27064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补真实成果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14816" y="5047488"/>
            <a:ext cx="19202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66276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6003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再次核验完成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60136"/>
            <a:ext cx="11073384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797296"/>
            <a:ext cx="10652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范围：完成核验已完成本地闭环；独立准确率评测、专用依据界面和生产新版本验收仍待收口。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06 试点与投入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用一个业务试点，验证下一阶段投入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建议优先选择有明确交付物、可重复验收的软件或文件任务。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6254496" cy="3355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438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240280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统一任务和验收标准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734056"/>
            <a:ext cx="5038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与现有流程做同任务对照，保留成功与失败记录。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438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3236976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先补齐 P0 可靠性交付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730752"/>
            <a:ext cx="5038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执行前约束、完成核验、续跑与卡住恢复逐项验收。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15384"/>
            <a:ext cx="438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4233672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再扩展模型事务和业务场景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727448"/>
            <a:ext cx="5038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以试点结果决定接管范围与下一阶段资源投入。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1975104"/>
            <a:ext cx="43616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用四个指标看业务价值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1192" y="2523744"/>
            <a:ext cx="2121408" cy="12252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7340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任务成功率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3255263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通过验收的任务 / 全部任务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0616" y="2523744"/>
            <a:ext cx="2121408" cy="12252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27340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人工介入次数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255263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每个任务需人工纠偏多少次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1192" y="3941063"/>
            <a:ext cx="2121408" cy="12252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415137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交付时间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4672583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从提交目标到通过验收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0616" y="3941063"/>
            <a:ext cx="2121408" cy="12252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415137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交付成本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672583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含主模型、小脑与失败重试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73384" cy="557784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88152"/>
            <a:ext cx="10616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本轮希望老板支持：一个真实业务试点，以对照结果决定下一阶段投入。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APUS Reflex Harness 瞬策｜CEO 汇报</dc:title>
  <dc:subject>瞬时执行，深度思考｜Model as Harness｜大小脑混合模型架构</dc:subject>
  <dc:creator>APUS</dc:creator>
  <cp:keywords>Model as Harness, APUS Reflex, CEO, 大小脑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