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 1，建议约 60 秒。</a:t>
            </a:r>
          </a:p>
          <a:p>
            <a:r>
              <a:t>开场：瞬时执行，深度思考。我们已有两类成果：APUS 的独立即时决策模型，以及把小脑和推理大脑连接起来的 Harness 验证基线。下一步重点是把这些能力转成公司产品中的实际任务收益。</a:t>
            </a:r>
          </a:p>
          <a:p>
            <a:r>
              <a:t>模型负责候选行动选择与评分；Harness 负责把模型、工具、任务和协作对象组织成可以执行与核验的流程。模型、Harness 与业务应用各有自己的成果身份。</a:t>
            </a:r>
          </a:p>
          <a:p>
            <a:r>
              <a:t>当前配置和真实浏览器证据中的模型标识为 APUS-OpenJev-v1-9B-5949。页面的 APUS 即时决策模型/APUS 9B 是说明性表达；APUS Reflex 9B 在既有定位材料中仍为品牌候选，本次没有更改公开模型发布名称。</a:t>
            </a:r>
          </a:p>
          <a:p>
            <a:r>
              <a:t>模型历史评测不等于当前部署权重的完整验收，不加入未经本轮核验的全球首个、端到端 10 倍等主张。Harness 的历史生产与本地完成核验范围见第 5 页。</a:t>
            </a:r>
          </a:p>
          <a:p>
            <a:r>
              <a:t>公司价值是后续验证方向，不宣称已经完成多产品接入或取得商业收益。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讲图顺序：左侧是用户目标和追加要求，中间是大小脑混合模型管理层，下方是 Harness 运行时，右侧是可验收成果。</a:t>
            </a:r>
          </a:p>
          <a:p>
            <a:r>
              <a:t>小脑快速做封闭判断，大脑承担深度推理和复杂编排。两者协调 Tools、Skills、Memory、Context 与 Subagent。五个虚线框表示接管目标，不表示全部已完成。</a:t>
            </a:r>
          </a:p>
          <a:p>
            <a:r>
              <a:t>DSH 原生能力包含工具、权限、会话日志、目标、技能、子 Agent 和上下文；模型不能覆盖权限。执行事实回到模型，为后续判断提供依据。这不等于已实现自动学习。</a:t>
            </a:r>
          </a:p>
          <a:p>
            <a:r>
              <a:t>右侧软件/文件为已验证局部流程与后续场景方向，业务助理为拓展目标。具体证据范围见第 5 页。小脑真实调用标识为 APUS-OpenJev-v1-9B-5949，界面使用 APUS 9B 说明其模型身份。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 3，建议约 75 秒。</a:t>
            </a:r>
          </a:p>
          <a:p>
            <a:r>
              <a:t>公司已有产品是验证入口。建议先与产品负责人评估 Rivon Browse 的授权资料研究任务，Bibble 作为后续复用候选；两者的接口、负责人、用户任务和可用工时还需核定，没有已接入或已上线承诺。</a:t>
            </a:r>
          </a:p>
          <a:p>
            <a:r>
              <a:t>首个产品先证明用户任务有收益，再用第二个产品检查共用核心是否减少重复建设。记录接入工时、适配工作量及质量/成本差异，不能仅凭第二次更快就归因中台。</a:t>
            </a:r>
          </a:p>
          <a:p>
            <a:r>
              <a:t>下方循环是目标：真实任务与失败、纠正记录，经来源和用途核对，形成独立评测及适合训练的样本，帮助模型和策略改进，再回到产品检验。运行时事实回流不等于训练循环已经建立。</a:t>
            </a:r>
          </a:p>
          <a:p>
            <a:r>
              <a:t>私有业务数据与 Harness 任务数据一直是既有战略的一部分，本页补足其公司价值表达。用户记忆、任务执行权限与研发使用权限分别管理；原始记录不自动进入训练。</a:t>
            </a:r>
          </a:p>
          <a:p>
            <a:r>
              <a:t>模型升级用固定 Harness、工具和任务作对照；需要测任务成功率、人工介入、交付时间、总成本和再次使用情况，保留失败样本。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 4，建议约 75 秒。</a:t>
            </a:r>
          </a:p>
          <a:p>
            <a:r>
              <a:t>我的推荐是使用已有即时决策模型与现成推理模型组合，把一个有明确交付物的任务做深。与直接使用现成模型的流程作同任务对照，判断 Harness 带来的增量。</a:t>
            </a:r>
          </a:p>
          <a:p>
            <a:r>
              <a:t>取舍建议是先集中一项产品任务，多产品同步接入及五类事务同时展开后移。新增定向训练扩张需要任务瓶颈和合适数据支持；这不是自动取消既定模型或训练研发目标。</a:t>
            </a:r>
          </a:p>
          <a:p>
            <a:r>
              <a:t>建议由我牵引技术定位、关键验证及跨线协调，与具体产品、Harness、模型负责人共同确定场景和验收；安排承接人独立复跑并交付下一版。这里为职责建议，尚未默认获得发布、人员、预算或产品经营权限。</a:t>
            </a:r>
          </a:p>
          <a:p>
            <a:r>
              <a:t>希望此次确认首任务、产品负责人、可用工时、成本上限和复盘节点。尚无依据的日期或预算不写成承诺。</a:t>
            </a:r>
          </a:p>
          <a:p>
            <a:r>
              <a:t>通过同任务基线后冻结验收阈值，成本包括主模型、即时决策模型和失败重试；成功与失败都计入。稳定收益支持继续投入；没有稳定增益，先定位场景、策略、数据与执行问题，再缩减路径或换场景。</a:t>
            </a:r>
          </a:p>
          <a:p>
            <a:r>
              <a:t>对外发布按本次成果的新增价值、证据成熟度和明确负责人安排；内部成果身份与公司价值同步不等待宣传排期。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历史生产证据：2026-10-08 seal-v01d 中 routing、folding、task-frame、goal-interrupt、codex-forward 五个浏览器场景通过，不能代表全部功能完成。</a:t>
            </a:r>
          </a:p>
          <a:p>
            <a:r>
              <a:t>当前源码真实 E2E 两条：真实 DeepSeek 主模型、实际部署 Jev、生产 Goal/fs 工具、JSONL 日志重开一致。基础用例首次 incomplete/refused，模型补真实文件操作后完成；新增要求用例处理旧任务卡判断并核对新文件名。</a:t>
            </a:r>
          </a:p>
          <a:p>
            <a:r>
              <a:t>本地 built Web 独立浏览器用例一条：原生目标提前完成被拒绝，真实文件复制和核对后完成，拒绝记录刷新仍可查看。当前源码和本地 Web 均未生产发布。</a:t>
            </a:r>
          </a:p>
          <a:p>
            <a:r>
              <a:t>证据文件：completion-live-product-result.json、completion-live-product-result-requirement.json、completion-browser-result.json；逐功能范围见 feature-acceptance.html/json。</a:t>
            </a:r>
          </a:p>
          <a:p>
            <a:r>
              <a:t>这证明机制已有闭环，不能推出跨任务普遍准确率、任务成功率提升或总体成本收益。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这一页回答“模型接管 Harness 具体是什么”。工具、技能、记忆、上下文和子 Agent 是五类事务，分别需要模型选择时机、资源和协调方式。</a:t>
            </a:r>
          </a:p>
          <a:p>
            <a:r>
              <a:t>Tools 的当前证据是目标完成前对工具执行结果进行核验，不是所有工具选择都已接管。</a:t>
            </a:r>
          </a:p>
          <a:p>
            <a:r>
              <a:t>Skills 已有选择接入；Context 已有输出折叠管理点；Subagent 已有原生委派和过程监控。它们不能代替每类完整管理的专项真实 E2E。Memory 尚未接入。</a:t>
            </a:r>
          </a:p>
          <a:p>
            <a:r>
              <a:t>推进原则来自用户要求：每个功能完整实现，固定构建与配置，真实正反例和界面闭环验证后再称完成。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01 成果与公司价值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瞬时执行，深度思考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Reflex Harness 瞬策  |  已有模型成果与 Harness 验证基线，下一步证明产品收益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v2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073384" cy="585216"/>
          </a:xfrm>
          <a:prstGeom prst="roundRect">
            <a:avLst>
              <a:gd name="adj" fmla="val 8000"/>
            </a:avLst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48256"/>
            <a:ext cx="105613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Model as Harness：让大小脑共同管理工作系统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3520440" cy="2569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980944"/>
            <a:ext cx="3136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已有 / 模型资产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401568"/>
            <a:ext cx="3136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APUS 即时决策模型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950208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从候选行动中选择与评分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已有开源成果与历史评测记录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718304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当前 Harness 调用 APUS 9B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020056"/>
            <a:ext cx="3191256" cy="3108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093208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独立技术品牌与定向训练起点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2770632"/>
            <a:ext cx="3520440" cy="2569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2980944"/>
            <a:ext cx="3136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已有 / Harness 资产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401568"/>
            <a:ext cx="3136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APUS Reflex 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3950208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融合即时判断与深度思考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关键运行机制已有真实验证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4718304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生产历史基线 + 本地核验闭环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9704" y="5020056"/>
            <a:ext cx="3191256" cy="3108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5093208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可运行、可验收的任务执行体系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770632"/>
            <a:ext cx="3520440" cy="2569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2980944"/>
            <a:ext cx="3136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下一步 / 产品价值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3401568"/>
            <a:ext cx="3136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共享 Agent 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950208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面向公司产品的具体任务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先验证收益，再验证跨产品复用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718304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Rivon Browse / Bibble 为候选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6175" y="5020056"/>
            <a:ext cx="3191256" cy="310896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5093208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让同一套投入持续支撑产品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73384" cy="539496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769864"/>
            <a:ext cx="105978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公司积累：可体验的任务交付、可复用的架构与评测、持续改进的模型能力。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02 大小脑架构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让大小脑共同管理工作系统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即时决策模型与推理模型协同，管理工具、技能、记忆、上下文和子 Agent。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v2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847088"/>
            <a:ext cx="6080760" cy="2880360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984248"/>
            <a:ext cx="56052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模型管理层  /  大小脑混合模型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32888"/>
            <a:ext cx="13350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用户目标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任务 · 新要求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30552" y="2770632"/>
            <a:ext cx="493776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24912" y="2414016"/>
            <a:ext cx="2414016" cy="1051560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 w="10160">
            <a:solidFill>
              <a:srgbClr val="D96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258775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小脑 · APUS 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971800"/>
            <a:ext cx="206654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即时决策模型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分派、插话、完成核验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9552" y="2414016"/>
            <a:ext cx="2706624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258775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大脑 · 推理模型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2971800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深度思考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计划、生成、复杂编排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93792" y="2770632"/>
            <a:ext cx="310896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193792" y="3108960"/>
            <a:ext cx="310896" cy="0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15768" y="3630168"/>
            <a:ext cx="55961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管理目标：五类事务分阶段接入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505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505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505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技能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6519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519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519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记忆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533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533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533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05472" y="3931920"/>
            <a:ext cx="10607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5472" y="4005072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Subagent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4279392"/>
            <a:ext cx="10607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子 Agent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09260" y="4562856"/>
            <a:ext cx="0" cy="356616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468880" y="4992624"/>
            <a:ext cx="608076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45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15768" y="5120640"/>
            <a:ext cx="5577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DSH 原生运行时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15768" y="5504688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工具执行 · 权限 · 会话记录 · 目标 · 技能 · 子 Agent · 上下文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2267712" y="5358384"/>
            <a:ext cx="155448" cy="0"/>
          </a:xfrm>
          <a:prstGeom prst="line">
            <a:avLst/>
          </a:prstGeom>
          <a:ln w="20320">
            <a:solidFill>
              <a:srgbClr val="D96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67712" y="3291840"/>
            <a:ext cx="0" cy="2066544"/>
          </a:xfrm>
          <a:prstGeom prst="line">
            <a:avLst/>
          </a:prstGeom>
          <a:ln w="20320">
            <a:solidFill>
              <a:srgbClr val="D96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267712" y="3291840"/>
            <a:ext cx="374904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85216" y="4160520"/>
            <a:ext cx="15361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执行事实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回流到模型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194767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场景交付 / 逐项验收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70848" y="2441448"/>
            <a:ext cx="2551176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2578608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软件任务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2971800"/>
            <a:ext cx="2148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代码、测试与改动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70848" y="3502152"/>
            <a:ext cx="2551176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3639312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文件处理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032504"/>
            <a:ext cx="2148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成果文件与核对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70848" y="4562856"/>
            <a:ext cx="2551176" cy="832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4700016"/>
            <a:ext cx="2148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业务助理（目标）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5093208"/>
            <a:ext cx="21488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报告、计划与协作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586216" y="5376672"/>
            <a:ext cx="237744" cy="0"/>
          </a:xfrm>
          <a:prstGeom prst="line">
            <a:avLst/>
          </a:prstGeom>
          <a:ln w="20320">
            <a:solidFill>
              <a:srgbClr val="345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823960" y="2862072"/>
            <a:ext cx="0" cy="2514600"/>
          </a:xfrm>
          <a:prstGeom prst="line">
            <a:avLst/>
          </a:prstGeom>
          <a:ln w="20320">
            <a:solidFill>
              <a:srgbClr val="345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823960" y="2862072"/>
            <a:ext cx="210312" cy="0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823960" y="3922776"/>
            <a:ext cx="210312" cy="0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823960" y="4974336"/>
            <a:ext cx="210312" cy="0"/>
          </a:xfrm>
          <a:prstGeom prst="line">
            <a:avLst/>
          </a:prstGeom>
          <a:ln w="20320">
            <a:solidFill>
              <a:srgbClr val="3459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76072" y="604418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战略目标架构：模型决定用什么、何时用；运行时落实动作与权限。Memory 等完整管理能力仍待接入和验证。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03 产品与能力积累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先验证一个产品任务，再验证复用价值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产品保留用户体验与业务规则；Harness 复用任务、执行和协作能力。以下为接入建议。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v2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47672"/>
            <a:ext cx="5404104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21408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建议首产品 / 待核定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78024"/>
            <a:ext cx="50017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Rivon Browse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4436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授权资料 → 带来源的研究结果 → 纠正后续办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10128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验收目标：少重复交代，结果可追溯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47672"/>
            <a:ext cx="5404104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21408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后续复用候选 / 待核定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478024"/>
            <a:ext cx="50017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Bibble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94436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选定经文 → 问答与阅读计划 → 持续跟进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310128"/>
            <a:ext cx="5001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验收目标：有内容依据，阅读目标可延续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6732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拟建设的持续改进循环 / 产品接入与训练回流尚未贯通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1929384" cy="914400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89120"/>
            <a:ext cx="1709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真实产品任务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82312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先测任务收益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23744" y="4663440"/>
            <a:ext cx="256032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34640" y="4206240"/>
            <a:ext cx="1929384" cy="914400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4389120"/>
            <a:ext cx="1709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获准任务反馈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782312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保留失败与纠正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09744" y="4663440"/>
            <a:ext cx="256032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20640" y="4206240"/>
            <a:ext cx="1929384" cy="914400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0368" y="4389120"/>
            <a:ext cx="1709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评测与数据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9" y="4782312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独立评测 / 训练样本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95744" y="4663440"/>
            <a:ext cx="256031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06640" y="4206240"/>
            <a:ext cx="1929384" cy="914400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7" y="4389120"/>
            <a:ext cx="1709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模型与策略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782312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定向训练 / 决策优化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81744" y="4663440"/>
            <a:ext cx="256032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92640" y="4206240"/>
            <a:ext cx="1929384" cy="914400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02367" y="4389120"/>
            <a:ext cx="17099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产品再次验证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782312"/>
            <a:ext cx="1746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比较质量、时间、成本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652760" y="5175504"/>
            <a:ext cx="0" cy="338328"/>
          </a:xfrm>
          <a:prstGeom prst="line">
            <a:avLst/>
          </a:prstGeom>
          <a:ln w="20320">
            <a:solidFill>
              <a:srgbClr val="3459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508760" y="5513832"/>
            <a:ext cx="9144000" cy="0"/>
          </a:xfrm>
          <a:prstGeom prst="line">
            <a:avLst/>
          </a:prstGeom>
          <a:ln w="20320">
            <a:solidFill>
              <a:srgbClr val="3459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508760" y="5175504"/>
            <a:ext cx="0" cy="338328"/>
          </a:xfrm>
          <a:prstGeom prst="line">
            <a:avLst/>
          </a:prstGeom>
          <a:ln w="20320">
            <a:solidFill>
              <a:srgbClr val="34594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5824728"/>
            <a:ext cx="11073384" cy="338328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5907024"/>
            <a:ext cx="10671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积累是否有效：首任务看用户收益，第二产品看接入工作量，模型升级看独立任务增量。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04 推荐与投入取舍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先做深一个任务，用结果决定下一步投入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建议以现有模型与 Harness 验证产品收益，并为后续模型和训练投入确定真实瓶颈。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v2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6592824" cy="566928"/>
          </a:xfrm>
          <a:prstGeom prst="roundRect">
            <a:avLst>
              <a:gd name="adj" fmla="val 8000"/>
            </a:avLst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93976"/>
            <a:ext cx="61539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本轮推荐：现有模型 + Harness，集中一个任务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34056"/>
            <a:ext cx="659282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52928"/>
            <a:ext cx="470001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现成模型直连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191256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建立质量、时间和成本基线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1264" y="2971800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作为对照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38728"/>
            <a:ext cx="6592824" cy="694944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657600"/>
            <a:ext cx="470001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现有模型 + Harness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995928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优先验证持续执行、纠正与交付收益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264" y="3776472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优先验证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659282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462272"/>
            <a:ext cx="470001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新增定向训练扩张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800600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明确能力瓶颈和可用数据后再扩大投入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1264" y="4581144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依证据推进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5239512"/>
            <a:ext cx="65196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取舍建议：首轮集中一个任务；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多产品同步接入、五类事务同时展开后移。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1938528"/>
            <a:ext cx="4197096" cy="37124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7" y="2176272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建议由我牵引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7" y="2642616"/>
            <a:ext cx="37398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技术定位、关键验证、跨线协调；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与产品、Harness、模型负责人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共同确认场景、接口和验收。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7" y="3474720"/>
            <a:ext cx="3739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明确承接人独立复跑，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让团队能够交付下一版。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53527" y="4187952"/>
            <a:ext cx="3730753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53527" y="4407408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本轮希望确认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7" y="4892040"/>
            <a:ext cx="37398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首任务与产品负责人；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可用工时、成本上限、复盘节点。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24728"/>
            <a:ext cx="11073384" cy="338328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907024"/>
            <a:ext cx="10671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继续条件：任务收益可重复、总成本可接受；无稳定增益时，缩减路径或调整场景。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05 备查 / 真实验证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关键机制已有真实闭环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模型已有历史公开评测；以下为 Harness 运行证据，生产基线与当前本地验证分别记录。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v2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352044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67128"/>
            <a:ext cx="30998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71216"/>
            <a:ext cx="309981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生产基线浏览器场景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28416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路由 · 折叠 · 任务卡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目标插话 · 转发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813048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2026.10.08 / v0.1 历史基线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975104"/>
            <a:ext cx="352044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167128"/>
            <a:ext cx="30998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2/2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871216"/>
            <a:ext cx="309981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真实模型 + 原生工具验证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328416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完成前核验：源码运行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主模型 + APUS 决策模型 + 原生工具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813048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本轮源码验证 / 未生产发布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975104"/>
            <a:ext cx="3520440" cy="20482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67128"/>
            <a:ext cx="309981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1/1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871216"/>
            <a:ext cx="309981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当前本地 Web 浏览器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328416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实际文件副本生成与核对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拒绝记录刷新后仍可查看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813048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本地构建验证 / 未生产发布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36168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完成前核验：先看事实，再接受完成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64024"/>
            <a:ext cx="2551176" cy="566928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91947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提前申请完成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36392" y="5047488"/>
            <a:ext cx="192024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387852" y="4764024"/>
            <a:ext cx="2551176" cy="566928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7580" y="491947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核验拒绝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75604" y="5047488"/>
            <a:ext cx="192024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27064" y="4764024"/>
            <a:ext cx="2551176" cy="566928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91947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补真实成果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14816" y="5047488"/>
            <a:ext cx="192024" cy="0"/>
          </a:xfrm>
          <a:prstGeom prst="line">
            <a:avLst/>
          </a:prstGeom>
          <a:ln w="20320">
            <a:solidFill>
              <a:srgbClr val="D968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066276" y="4764024"/>
            <a:ext cx="2551176" cy="566928"/>
          </a:xfrm>
          <a:prstGeom prst="roundRect">
            <a:avLst>
              <a:gd name="adj" fmla="val 8000"/>
            </a:avLst>
          </a:prstGeom>
          <a:solidFill>
            <a:srgbClr val="E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6003" y="4919472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再次核验完成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660136"/>
            <a:ext cx="11073384" cy="5212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797296"/>
            <a:ext cx="10652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范围：完成核验已完成本地闭环；独立准确率评测、专用依据界面和生产新版本验收仍待收口。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APUS AI-LAB / 06 备查 / 事务管理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64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模型管理五类事务，形成可复用能力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模型负责选择与协调，运行时提供可执行能力；当前从局部管理点逐步扩展。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082528" cy="0"/>
          </a:xfrm>
          <a:prstGeom prst="line">
            <a:avLst/>
          </a:prstGeom>
          <a:ln w="10160">
            <a:solidFill>
              <a:srgbClr val="DB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56248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APUS AI-Lab  /  2026.10.09 管理层汇报 v2  /  内部方案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47672"/>
            <a:ext cx="1591056" cy="438912"/>
          </a:xfrm>
          <a:prstGeom prst="rect">
            <a:avLst/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66543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管理事务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9696" y="1947672"/>
            <a:ext cx="5870448" cy="438912"/>
          </a:xfrm>
          <a:prstGeom prst="rect">
            <a:avLst/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066543"/>
            <a:ext cx="5596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模型要做的决策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947672"/>
            <a:ext cx="3611880" cy="438912"/>
          </a:xfrm>
          <a:prstGeom prst="rect">
            <a:avLst/>
          </a:prstGeom>
          <a:solidFill>
            <a:srgbClr val="34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066543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当前进展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86584"/>
            <a:ext cx="1591056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9696" y="2386584"/>
            <a:ext cx="587044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386584"/>
            <a:ext cx="361188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496312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2770632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2587752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选什么工具，何时调用，如何核对结果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523744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结果核验已有真实闭环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工具全面接管待验证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35808"/>
            <a:ext cx="1591056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39696" y="3035808"/>
            <a:ext cx="5870448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3035808"/>
            <a:ext cx="3611880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145536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3419856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技能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2576" y="3236976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当前任务需要什么技能，何时加载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3172968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已有技能选择接入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专项真实任务验证待补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85031"/>
            <a:ext cx="1591056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39696" y="3685031"/>
            <a:ext cx="587044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0144" y="3685031"/>
            <a:ext cx="361188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794759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4069079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记忆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3886199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记什么、何时取回，如何更新或遗忘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822191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96832"/>
                </a:solidFill>
                <a:latin typeface="PingFang SC"/>
                <a:ea typeface="PingFang SC"/>
                <a:cs typeface="PingFang SC"/>
              </a:rPr>
              <a:t>尚未接入模型管理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34256"/>
            <a:ext cx="1591056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39696" y="4334256"/>
            <a:ext cx="5870448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4334256"/>
            <a:ext cx="3611880" cy="649224"/>
          </a:xfrm>
          <a:prstGeom prst="rect">
            <a:avLst/>
          </a:prstGeom>
          <a:solidFill>
            <a:srgbClr val="E9EEE8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443984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471830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2576" y="4535424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保留哪些事实，何时折叠与补充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4471416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已有输出折叠管理点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完整接管待验证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983479"/>
            <a:ext cx="1591056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39696" y="4983479"/>
            <a:ext cx="587044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10144" y="4983479"/>
            <a:ext cx="361188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5093207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Subagent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5367527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子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2576" y="5184647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625"/>
                </a:solidFill>
                <a:latin typeface="PingFang SC"/>
                <a:ea typeface="PingFang SC"/>
                <a:cs typeface="PingFang SC"/>
              </a:rPr>
              <a:t>谁来做、何时委派，如何同步与核验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8" y="5120640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已有原生委派和监控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6965"/>
                </a:solidFill>
                <a:latin typeface="PingFang SC"/>
                <a:ea typeface="PingFang SC"/>
                <a:cs typeface="PingFang SC"/>
              </a:rPr>
              <a:t>模型接管专项验证待补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815584"/>
            <a:ext cx="11073384" cy="393192"/>
          </a:xfrm>
          <a:prstGeom prst="roundRect">
            <a:avLst>
              <a:gd name="adj" fmla="val 8000"/>
            </a:avLst>
          </a:prstGeom>
          <a:solidFill>
            <a:srgbClr val="FB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5916168"/>
            <a:ext cx="10671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4594D"/>
                </a:solidFill>
                <a:latin typeface="PingFang SC"/>
                <a:ea typeface="PingFang SC"/>
                <a:cs typeface="PingFang SC"/>
              </a:rPr>
              <a:t>每类事务都须完整实现并通过真实任务验证；原生能力存在，不等于模型管理已全部完成。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APUS Reflex Harness 瞬策｜CEO 汇报 v2</dc:title>
  <dc:subject>瞬时执行，深度思考｜Model as Harness｜大小脑混合模型架构</dc:subject>
  <dc:creator>APUS</dc:creator>
  <cp:keywords>Model as Harness, APUS Reflex, CEO, 大小脑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